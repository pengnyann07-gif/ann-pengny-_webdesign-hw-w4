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3" autoAdjust="0"/>
    <p:restoredTop sz="94660"/>
  </p:normalViewPr>
  <p:slideViewPr>
    <p:cSldViewPr snapToGrid="0">
      <p:cViewPr varScale="1">
        <p:scale>
          <a:sx n="72" d="100"/>
          <a:sy n="72" d="100"/>
        </p:scale>
        <p:origin x="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C06CC-8989-45E9-9CBA-F4EB43421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D2ADB-B322-4A23-8CB8-54C5CA2D1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CCBEF-0F95-4D79-9120-8B7184D97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81FF4-1F21-464C-AB6D-14AD6899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8C222-395E-4647-9B2B-C32F2C623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6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40393-CD25-4AAD-A4F7-D998AF4D3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11DF6-1729-4466-B11F-45323B9BF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E35F4-95B3-4F04-A014-671D533E7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75B52-3426-40D9-9061-AACD9CAD3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03D1B-68EC-4935-A098-D3E60909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0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E499F-1EDD-4187-9EAB-060B67A25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A5567-9E94-4AA3-AB3C-C9BB4D587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44507-CB1B-45E8-B9BC-4C7FCDAC7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D558E-A1FC-422A-B21A-C387F29B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604C5-6482-4281-9DA2-44FB6B06A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37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1175-F3DA-47A2-961C-7BFBA82C3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FC690-4AC0-4F70-AC75-E831DD5B6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32B9E-21D0-4A7E-865C-36E7EB8CA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B1183-66A7-44BD-A542-82536C112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CF1BE-2365-4469-8342-2AC3A0FB2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22835-4005-4901-B74B-1768D23C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74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88AD2-B55E-4C4A-9B44-EF0F919A7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33032-D900-49EF-89FB-04E251365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4F774A-AE30-4AA1-B4E8-61B8D1E6B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EFF342-DD5A-474A-96D8-1D96EE815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241F7E-7CC7-40E5-A690-93CFC5E39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188E9E-21D6-4E90-B507-876544FF4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4F36AD-6D50-4404-BA61-FDD365EF9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FA4D96-C7F1-44EC-9067-50352111B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36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E2544-B01F-4A04-BAE1-75E68ABA6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41B370-C6E4-4F19-A437-687A5A4A6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DA8E5A-FDC8-4C61-B5CE-08FB6934F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63E6EC-10C7-4420-A43D-67A3C5F1B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596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0EBBAB-9521-4571-8AFB-C384872C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B87F55-4F38-4E47-A300-58A9CDDB5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FB973-1CD9-4053-977F-7C41DD64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74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AA612-5D41-4BDC-98E8-15EF770A6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D9FC1-549D-421B-A6F5-1C191F180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6D952-B4BB-454A-959F-5993561DE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2B216-C243-4E32-9665-C19F0EB77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3F664-8DB2-42D5-BE34-12AC45D6B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CA020A-B863-4E47-85F4-2CC1EB02B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30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9D3D9-D5DC-4D58-8566-C1721F9DA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FD1ABF-DF47-4F7F-9526-323301095B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D9E5A-47F3-40F6-B808-65F47D369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E865E-1736-4BED-8291-5BAA5024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CA010-0A80-4215-982B-79D721101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40A04-16C7-41A6-B145-4BB6505B8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28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4D18-6291-459F-829C-7F2FFB7E8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60427-CEBE-4C22-9511-CE31FB934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64319-3D25-4B47-8303-86080C8BC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569AD-2859-4B56-9DF9-DE66B6948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1B990-4269-4A38-9602-5681E047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806A27-0046-40C8-9A52-27491C66B4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04BBE-7B02-42BE-BD2E-701C50CCB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8C23D-B2B7-4EA9-8CF3-49A2039C1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19128-8A07-4674-9FAA-EFC2F9C53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96E5D-DF47-438F-AB42-09918313A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645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A8D336-0A7B-48B1-9B30-F3BE17D88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1FB1D-F9B9-417D-9DF5-C9C2839DB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65AD9-A427-4DF2-B2E4-7BB909E7FE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AEE99-BDB4-4A2A-B2E9-74B86D049D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04746-4729-4FC3-8B13-76FD21E87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BA287-10D9-4DEF-BEE5-1983998D6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90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2D02B6-1145-4799-99DB-44CD02686498}"/>
              </a:ext>
            </a:extLst>
          </p:cNvPr>
          <p:cNvSpPr txBox="1"/>
          <p:nvPr/>
        </p:nvSpPr>
        <p:spPr>
          <a:xfrm>
            <a:off x="3309660" y="406400"/>
            <a:ext cx="5572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Identify</a:t>
            </a:r>
            <a:r>
              <a:rPr lang="en-US" sz="2400" dirty="0"/>
              <a:t> root components of website below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A1E41E-2407-443F-A384-76DD9D204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41" y="1530821"/>
            <a:ext cx="10128738" cy="445050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18043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476E2A-D8F6-9CDC-05AC-35FD2411D2B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1364514"/>
            <a:ext cx="8764310" cy="32405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79F6ADF-6249-1778-B933-68BAEB978598}"/>
              </a:ext>
            </a:extLst>
          </p:cNvPr>
          <p:cNvSpPr/>
          <p:nvPr/>
        </p:nvSpPr>
        <p:spPr>
          <a:xfrm>
            <a:off x="0" y="1378582"/>
            <a:ext cx="8736037" cy="2933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60E155-0D92-58C7-8605-857548779AF5}"/>
              </a:ext>
            </a:extLst>
          </p:cNvPr>
          <p:cNvSpPr/>
          <p:nvPr/>
        </p:nvSpPr>
        <p:spPr>
          <a:xfrm>
            <a:off x="0" y="1688121"/>
            <a:ext cx="8736037" cy="2933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313F9F-E527-3118-4080-FAB3E9ACE438}"/>
              </a:ext>
            </a:extLst>
          </p:cNvPr>
          <p:cNvSpPr/>
          <p:nvPr/>
        </p:nvSpPr>
        <p:spPr>
          <a:xfrm>
            <a:off x="0" y="1983592"/>
            <a:ext cx="8736037" cy="284162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A8DBC9-FA7D-F506-9A29-BB3D90E11FCA}"/>
              </a:ext>
            </a:extLst>
          </p:cNvPr>
          <p:cNvSpPr/>
          <p:nvPr/>
        </p:nvSpPr>
        <p:spPr>
          <a:xfrm>
            <a:off x="9161063" y="1197281"/>
            <a:ext cx="2785403" cy="3627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896180-E723-218A-142E-5576DC6B8CF3}"/>
              </a:ext>
            </a:extLst>
          </p:cNvPr>
          <p:cNvSpPr/>
          <p:nvPr/>
        </p:nvSpPr>
        <p:spPr>
          <a:xfrm>
            <a:off x="9161063" y="1197281"/>
            <a:ext cx="2785403" cy="49084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CFDC6F-D4D6-0F3B-0630-1D9F1C33A262}"/>
              </a:ext>
            </a:extLst>
          </p:cNvPr>
          <p:cNvSpPr/>
          <p:nvPr/>
        </p:nvSpPr>
        <p:spPr>
          <a:xfrm>
            <a:off x="9161062" y="1670397"/>
            <a:ext cx="2785403" cy="3693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8646DB-A5EA-A0FC-01F6-E5B8D68CDE60}"/>
              </a:ext>
            </a:extLst>
          </p:cNvPr>
          <p:cNvCxnSpPr>
            <a:cxnSpLocks/>
          </p:cNvCxnSpPr>
          <p:nvPr/>
        </p:nvCxnSpPr>
        <p:spPr>
          <a:xfrm>
            <a:off x="8950047" y="1071209"/>
            <a:ext cx="0" cy="5991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EF7DE6-5017-37B5-7EE3-302E7C022AEA}"/>
              </a:ext>
            </a:extLst>
          </p:cNvPr>
          <p:cNvCxnSpPr>
            <a:cxnSpLocks/>
          </p:cNvCxnSpPr>
          <p:nvPr/>
        </p:nvCxnSpPr>
        <p:spPr>
          <a:xfrm>
            <a:off x="8938324" y="1688121"/>
            <a:ext cx="11722" cy="2933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613AB5-C2E0-BAE2-5B9D-6494E23AEA92}"/>
              </a:ext>
            </a:extLst>
          </p:cNvPr>
          <p:cNvCxnSpPr>
            <a:cxnSpLocks/>
          </p:cNvCxnSpPr>
          <p:nvPr/>
        </p:nvCxnSpPr>
        <p:spPr>
          <a:xfrm>
            <a:off x="8950046" y="2039729"/>
            <a:ext cx="1" cy="27854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C4E39AD-64A4-A81D-28AB-B8500CFF2740}"/>
              </a:ext>
            </a:extLst>
          </p:cNvPr>
          <p:cNvSpPr txBox="1"/>
          <p:nvPr/>
        </p:nvSpPr>
        <p:spPr>
          <a:xfrm>
            <a:off x="9242854" y="1700990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8D41DD-4002-18AD-DFB2-046AE7D6F3A5}"/>
              </a:ext>
            </a:extLst>
          </p:cNvPr>
          <p:cNvSpPr txBox="1"/>
          <p:nvPr/>
        </p:nvSpPr>
        <p:spPr>
          <a:xfrm>
            <a:off x="9242854" y="1197281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45E768-D285-F3A9-4EFF-01AEBB0686DE}"/>
              </a:ext>
            </a:extLst>
          </p:cNvPr>
          <p:cNvSpPr txBox="1"/>
          <p:nvPr/>
        </p:nvSpPr>
        <p:spPr>
          <a:xfrm>
            <a:off x="9242855" y="3166584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971C65-1458-A498-439F-6BE39D4BE085}"/>
              </a:ext>
            </a:extLst>
          </p:cNvPr>
          <p:cNvSpPr txBox="1"/>
          <p:nvPr/>
        </p:nvSpPr>
        <p:spPr>
          <a:xfrm>
            <a:off x="196093" y="304339"/>
            <a:ext cx="969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Root</a:t>
            </a:r>
            <a:r>
              <a:rPr lang="en-US" dirty="0"/>
              <a:t> div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F7E6F3-6DD7-41AB-97C5-C66C2CFF05EE}"/>
              </a:ext>
            </a:extLst>
          </p:cNvPr>
          <p:cNvSpPr txBox="1"/>
          <p:nvPr/>
        </p:nvSpPr>
        <p:spPr>
          <a:xfrm>
            <a:off x="509359" y="664278"/>
            <a:ext cx="16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Height: 100vh</a:t>
            </a:r>
          </a:p>
        </p:txBody>
      </p:sp>
    </p:spTree>
    <p:extLst>
      <p:ext uri="{BB962C8B-B14F-4D97-AF65-F5344CB8AC3E}">
        <p14:creationId xmlns:p14="http://schemas.microsoft.com/office/powerpoint/2010/main" val="348397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4B7D200-1766-45A2-A834-EF0FACAD5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86" y="112678"/>
            <a:ext cx="11298227" cy="48584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54A5562-C6ED-40F9-A861-4F952CC36EE3}"/>
              </a:ext>
            </a:extLst>
          </p:cNvPr>
          <p:cNvSpPr/>
          <p:nvPr/>
        </p:nvSpPr>
        <p:spPr>
          <a:xfrm>
            <a:off x="446886" y="139699"/>
            <a:ext cx="4048913" cy="45882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9AA7FA-12AC-42CC-9F8C-F32F997BA40D}"/>
              </a:ext>
            </a:extLst>
          </p:cNvPr>
          <p:cNvSpPr/>
          <p:nvPr/>
        </p:nvSpPr>
        <p:spPr>
          <a:xfrm>
            <a:off x="4625184" y="165099"/>
            <a:ext cx="2664615" cy="43342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063026-20B2-4495-A98E-72B0F03AC744}"/>
              </a:ext>
            </a:extLst>
          </p:cNvPr>
          <p:cNvSpPr/>
          <p:nvPr/>
        </p:nvSpPr>
        <p:spPr>
          <a:xfrm>
            <a:off x="7419184" y="165098"/>
            <a:ext cx="4300530" cy="40640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17438D-478B-4DDA-9058-09D2A40E8146}"/>
              </a:ext>
            </a:extLst>
          </p:cNvPr>
          <p:cNvSpPr/>
          <p:nvPr/>
        </p:nvSpPr>
        <p:spPr>
          <a:xfrm>
            <a:off x="446886" y="1411322"/>
            <a:ext cx="11272828" cy="48584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nav left                                                                                   nav center                                                                               nav right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BFA042E-3392-4B69-B4E8-79DF550AC489}"/>
              </a:ext>
            </a:extLst>
          </p:cNvPr>
          <p:cNvCxnSpPr/>
          <p:nvPr/>
        </p:nvCxnSpPr>
        <p:spPr>
          <a:xfrm>
            <a:off x="4625183" y="1231900"/>
            <a:ext cx="266461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6C6A094-F257-43E0-A151-B606400BF916}"/>
              </a:ext>
            </a:extLst>
          </p:cNvPr>
          <p:cNvCxnSpPr>
            <a:cxnSpLocks/>
          </p:cNvCxnSpPr>
          <p:nvPr/>
        </p:nvCxnSpPr>
        <p:spPr>
          <a:xfrm flipH="1">
            <a:off x="446886" y="1231900"/>
            <a:ext cx="404891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B8C929E-7A2D-4DA1-BDC0-3FE5F7B7F727}"/>
              </a:ext>
            </a:extLst>
          </p:cNvPr>
          <p:cNvCxnSpPr>
            <a:cxnSpLocks/>
          </p:cNvCxnSpPr>
          <p:nvPr/>
        </p:nvCxnSpPr>
        <p:spPr>
          <a:xfrm flipH="1">
            <a:off x="7419185" y="1231900"/>
            <a:ext cx="432592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95C40C4-096B-4713-B8C0-663C83D75CE0}"/>
              </a:ext>
            </a:extLst>
          </p:cNvPr>
          <p:cNvCxnSpPr/>
          <p:nvPr/>
        </p:nvCxnSpPr>
        <p:spPr>
          <a:xfrm flipH="1">
            <a:off x="446886" y="1231900"/>
            <a:ext cx="404891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DCEE0B10-B91D-4B0B-AE7B-92E87B77AEF0}"/>
              </a:ext>
            </a:extLst>
          </p:cNvPr>
          <p:cNvSpPr/>
          <p:nvPr/>
        </p:nvSpPr>
        <p:spPr>
          <a:xfrm>
            <a:off x="1923689" y="862568"/>
            <a:ext cx="7246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flex 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2D55A45-6433-4804-A0A8-74AC656483AB}"/>
              </a:ext>
            </a:extLst>
          </p:cNvPr>
          <p:cNvSpPr/>
          <p:nvPr/>
        </p:nvSpPr>
        <p:spPr>
          <a:xfrm>
            <a:off x="5738622" y="893802"/>
            <a:ext cx="6893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flex 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BD7D73F-5BDB-4989-9380-EEBA4C724DAA}"/>
              </a:ext>
            </a:extLst>
          </p:cNvPr>
          <p:cNvSpPr/>
          <p:nvPr/>
        </p:nvSpPr>
        <p:spPr>
          <a:xfrm>
            <a:off x="9518290" y="893802"/>
            <a:ext cx="7246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Flex 2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9ADF790-3C12-49FC-BBFA-C5629C9BD506}"/>
              </a:ext>
            </a:extLst>
          </p:cNvPr>
          <p:cNvSpPr/>
          <p:nvPr/>
        </p:nvSpPr>
        <p:spPr>
          <a:xfrm>
            <a:off x="326681" y="2167940"/>
            <a:ext cx="1959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flex-direction : row</a:t>
            </a:r>
          </a:p>
        </p:txBody>
      </p:sp>
    </p:spTree>
    <p:extLst>
      <p:ext uri="{BB962C8B-B14F-4D97-AF65-F5344CB8AC3E}">
        <p14:creationId xmlns:p14="http://schemas.microsoft.com/office/powerpoint/2010/main" val="535099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A9210D-8BE3-4C04-B3CE-B2F9F8095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469" y="966683"/>
            <a:ext cx="5992061" cy="149563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73A7C7F-689A-47FC-8A81-A65963FEE0C7}"/>
              </a:ext>
            </a:extLst>
          </p:cNvPr>
          <p:cNvSpPr/>
          <p:nvPr/>
        </p:nvSpPr>
        <p:spPr>
          <a:xfrm>
            <a:off x="2782469" y="966683"/>
            <a:ext cx="5992061" cy="1495634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D44F8D-0FE4-4F6B-A29F-FB5F87127498}"/>
              </a:ext>
            </a:extLst>
          </p:cNvPr>
          <p:cNvSpPr/>
          <p:nvPr/>
        </p:nvSpPr>
        <p:spPr>
          <a:xfrm>
            <a:off x="2782469" y="3429000"/>
            <a:ext cx="5992061" cy="149563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header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3AEA90D-8CA8-4153-AF7D-442F5D0D0D6D}"/>
              </a:ext>
            </a:extLst>
          </p:cNvPr>
          <p:cNvCxnSpPr/>
          <p:nvPr/>
        </p:nvCxnSpPr>
        <p:spPr>
          <a:xfrm>
            <a:off x="2782469" y="3251200"/>
            <a:ext cx="599206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338F442-87F1-4129-8496-B8644A369439}"/>
              </a:ext>
            </a:extLst>
          </p:cNvPr>
          <p:cNvSpPr/>
          <p:nvPr/>
        </p:nvSpPr>
        <p:spPr>
          <a:xfrm>
            <a:off x="5416188" y="2881868"/>
            <a:ext cx="7246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Flex 1</a:t>
            </a:r>
          </a:p>
        </p:txBody>
      </p:sp>
    </p:spTree>
    <p:extLst>
      <p:ext uri="{BB962C8B-B14F-4D97-AF65-F5344CB8AC3E}">
        <p14:creationId xmlns:p14="http://schemas.microsoft.com/office/powerpoint/2010/main" val="3740622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0E4ABA-8C1E-4E8C-A88B-F6EB0B049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485" y="512566"/>
            <a:ext cx="5944430" cy="281026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D633E17-9842-4D6E-92FA-C6F3211E67DC}"/>
              </a:ext>
            </a:extLst>
          </p:cNvPr>
          <p:cNvSpPr/>
          <p:nvPr/>
        </p:nvSpPr>
        <p:spPr>
          <a:xfrm>
            <a:off x="2782469" y="512566"/>
            <a:ext cx="1167231" cy="2810267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A57196-292C-4C8D-B2B8-14E0DB81746D}"/>
              </a:ext>
            </a:extLst>
          </p:cNvPr>
          <p:cNvSpPr/>
          <p:nvPr/>
        </p:nvSpPr>
        <p:spPr>
          <a:xfrm>
            <a:off x="4076700" y="512566"/>
            <a:ext cx="4623215" cy="2810267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B09B40-7083-4C16-8AC1-0DEC0D17FD3B}"/>
              </a:ext>
            </a:extLst>
          </p:cNvPr>
          <p:cNvSpPr/>
          <p:nvPr/>
        </p:nvSpPr>
        <p:spPr>
          <a:xfrm>
            <a:off x="2782469" y="3937000"/>
            <a:ext cx="1194215" cy="27178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321B4C-583B-454A-9CA9-F77F927CDD66}"/>
              </a:ext>
            </a:extLst>
          </p:cNvPr>
          <p:cNvSpPr/>
          <p:nvPr/>
        </p:nvSpPr>
        <p:spPr>
          <a:xfrm>
            <a:off x="4076700" y="3937000"/>
            <a:ext cx="4623215" cy="2717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068E16-0B72-4840-8730-21E67F081037}"/>
              </a:ext>
            </a:extLst>
          </p:cNvPr>
          <p:cNvSpPr/>
          <p:nvPr/>
        </p:nvSpPr>
        <p:spPr>
          <a:xfrm>
            <a:off x="2755485" y="4926569"/>
            <a:ext cx="14990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main-sidebar</a:t>
            </a:r>
          </a:p>
        </p:txBody>
      </p:sp>
    </p:spTree>
    <p:extLst>
      <p:ext uri="{BB962C8B-B14F-4D97-AF65-F5344CB8AC3E}">
        <p14:creationId xmlns:p14="http://schemas.microsoft.com/office/powerpoint/2010/main" val="1697084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43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Ronan Ogor</dc:creator>
  <cp:lastModifiedBy>Ann pengny</cp:lastModifiedBy>
  <cp:revision>12</cp:revision>
  <dcterms:created xsi:type="dcterms:W3CDTF">2024-08-04T11:27:57Z</dcterms:created>
  <dcterms:modified xsi:type="dcterms:W3CDTF">2025-11-17T13:03:21Z</dcterms:modified>
</cp:coreProperties>
</file>